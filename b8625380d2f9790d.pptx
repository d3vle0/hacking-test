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jpg"/><Relationship Id="rId4" Type="http://schemas.openxmlformats.org/officeDocument/2006/relationships/image" Target="../media/image43.png"/><Relationship Id="rId5" Type="http://schemas.openxmlformats.org/officeDocument/2006/relationships/image" Target="../media/image6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11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73776"/>
            <a:ext cx="12192000" cy="1784350"/>
          </a:xfrm>
          <a:custGeom>
            <a:avLst/>
            <a:gdLst/>
            <a:ahLst/>
            <a:cxnLst/>
            <a:rect l="l" t="t" r="r" b="b"/>
            <a:pathLst>
              <a:path w="12192000" h="1784350">
                <a:moveTo>
                  <a:pt x="0" y="1784223"/>
                </a:moveTo>
                <a:lnTo>
                  <a:pt x="12192000" y="1784223"/>
                </a:lnTo>
                <a:lnTo>
                  <a:pt x="12192000" y="0"/>
                </a:lnTo>
                <a:lnTo>
                  <a:pt x="0" y="0"/>
                </a:lnTo>
                <a:lnTo>
                  <a:pt x="0" y="1784223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54982" y="2159507"/>
            <a:ext cx="3320923" cy="58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47817" y="2639517"/>
            <a:ext cx="741045" cy="5260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40908" y="2639517"/>
            <a:ext cx="1631061" cy="5260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05079"/>
            <a:ext cx="12192000" cy="253365"/>
          </a:xfrm>
          <a:custGeom>
            <a:avLst/>
            <a:gdLst/>
            <a:ahLst/>
            <a:cxnLst/>
            <a:rect l="l" t="t" r="r" b="b"/>
            <a:pathLst>
              <a:path w="12192000" h="253365">
                <a:moveTo>
                  <a:pt x="12192000" y="252918"/>
                </a:moveTo>
                <a:lnTo>
                  <a:pt x="12192000" y="0"/>
                </a:lnTo>
                <a:lnTo>
                  <a:pt x="0" y="0"/>
                </a:lnTo>
                <a:lnTo>
                  <a:pt x="0" y="252918"/>
                </a:lnTo>
                <a:lnTo>
                  <a:pt x="12192000" y="252918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894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77820">
            <a:solidFill>
              <a:srgbClr val="E60F6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05079"/>
            <a:ext cx="12192000" cy="253365"/>
          </a:xfrm>
          <a:custGeom>
            <a:avLst/>
            <a:gdLst/>
            <a:ahLst/>
            <a:cxnLst/>
            <a:rect l="l" t="t" r="r" b="b"/>
            <a:pathLst>
              <a:path w="12192000" h="253365">
                <a:moveTo>
                  <a:pt x="12192000" y="252918"/>
                </a:moveTo>
                <a:lnTo>
                  <a:pt x="12192000" y="0"/>
                </a:lnTo>
                <a:lnTo>
                  <a:pt x="0" y="0"/>
                </a:lnTo>
                <a:lnTo>
                  <a:pt x="0" y="252918"/>
                </a:lnTo>
                <a:lnTo>
                  <a:pt x="12192000" y="252918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894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77820">
            <a:solidFill>
              <a:srgbClr val="E60F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20866" y="0"/>
            <a:ext cx="350520" cy="302260"/>
          </a:xfrm>
          <a:custGeom>
            <a:avLst/>
            <a:gdLst/>
            <a:ahLst/>
            <a:cxnLst/>
            <a:rect l="l" t="t" r="r" b="b"/>
            <a:pathLst>
              <a:path w="350520" h="302260">
                <a:moveTo>
                  <a:pt x="350266" y="0"/>
                </a:moveTo>
                <a:lnTo>
                  <a:pt x="0" y="0"/>
                </a:lnTo>
                <a:lnTo>
                  <a:pt x="175133" y="301878"/>
                </a:lnTo>
                <a:lnTo>
                  <a:pt x="350266" y="0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9937" y="1026401"/>
            <a:ext cx="7560056" cy="201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399398" y="1175258"/>
            <a:ext cx="416051" cy="3383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76767" y="1175258"/>
            <a:ext cx="173735" cy="338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63634" y="1175258"/>
            <a:ext cx="367792" cy="3383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039732" y="1175258"/>
            <a:ext cx="1051941" cy="3383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929748" y="1175258"/>
            <a:ext cx="1472565" cy="3383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97418" y="2876550"/>
            <a:ext cx="3771265" cy="2695575"/>
          </a:xfrm>
          <a:custGeom>
            <a:avLst/>
            <a:gdLst/>
            <a:ahLst/>
            <a:cxnLst/>
            <a:rect l="l" t="t" r="r" b="b"/>
            <a:pathLst>
              <a:path w="3771265" h="2695575">
                <a:moveTo>
                  <a:pt x="0" y="2695575"/>
                </a:moveTo>
                <a:lnTo>
                  <a:pt x="3770756" y="2695575"/>
                </a:lnTo>
                <a:lnTo>
                  <a:pt x="3770756" y="0"/>
                </a:lnTo>
                <a:lnTo>
                  <a:pt x="0" y="0"/>
                </a:lnTo>
                <a:lnTo>
                  <a:pt x="0" y="2695575"/>
                </a:lnTo>
                <a:close/>
              </a:path>
            </a:pathLst>
          </a:custGeom>
          <a:solidFill>
            <a:srgbClr val="F1F1F1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48726" y="3013201"/>
            <a:ext cx="841616" cy="2255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082151" y="3013201"/>
            <a:ext cx="420624" cy="2255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362567" y="3013201"/>
            <a:ext cx="116585" cy="2255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440291" y="3013201"/>
            <a:ext cx="420624" cy="2255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720706" y="3013201"/>
            <a:ext cx="114300" cy="2255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05079"/>
            <a:ext cx="12192000" cy="253365"/>
          </a:xfrm>
          <a:custGeom>
            <a:avLst/>
            <a:gdLst/>
            <a:ahLst/>
            <a:cxnLst/>
            <a:rect l="l" t="t" r="r" b="b"/>
            <a:pathLst>
              <a:path w="12192000" h="253365">
                <a:moveTo>
                  <a:pt x="12192000" y="252918"/>
                </a:moveTo>
                <a:lnTo>
                  <a:pt x="12192000" y="0"/>
                </a:lnTo>
                <a:lnTo>
                  <a:pt x="0" y="0"/>
                </a:lnTo>
                <a:lnTo>
                  <a:pt x="0" y="252918"/>
                </a:lnTo>
                <a:lnTo>
                  <a:pt x="12192000" y="252918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05079"/>
            <a:ext cx="12192000" cy="253365"/>
          </a:xfrm>
          <a:custGeom>
            <a:avLst/>
            <a:gdLst/>
            <a:ahLst/>
            <a:cxnLst/>
            <a:rect l="l" t="t" r="r" b="b"/>
            <a:pathLst>
              <a:path w="12192000" h="253365">
                <a:moveTo>
                  <a:pt x="12192000" y="252918"/>
                </a:moveTo>
                <a:lnTo>
                  <a:pt x="12192000" y="0"/>
                </a:lnTo>
                <a:lnTo>
                  <a:pt x="0" y="0"/>
                </a:lnTo>
                <a:lnTo>
                  <a:pt x="0" y="252918"/>
                </a:lnTo>
                <a:lnTo>
                  <a:pt x="12192000" y="252918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894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77820">
            <a:solidFill>
              <a:srgbClr val="E60F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20866" y="0"/>
            <a:ext cx="350520" cy="302260"/>
          </a:xfrm>
          <a:custGeom>
            <a:avLst/>
            <a:gdLst/>
            <a:ahLst/>
            <a:cxnLst/>
            <a:rect l="l" t="t" r="r" b="b"/>
            <a:pathLst>
              <a:path w="350520" h="302260">
                <a:moveTo>
                  <a:pt x="350266" y="0"/>
                </a:moveTo>
                <a:lnTo>
                  <a:pt x="0" y="0"/>
                </a:lnTo>
                <a:lnTo>
                  <a:pt x="175133" y="301878"/>
                </a:lnTo>
                <a:lnTo>
                  <a:pt x="350266" y="0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9937" y="1026401"/>
            <a:ext cx="7560056" cy="296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73776"/>
            <a:ext cx="12192000" cy="1784350"/>
          </a:xfrm>
          <a:custGeom>
            <a:avLst/>
            <a:gdLst/>
            <a:ahLst/>
            <a:cxnLst/>
            <a:rect l="l" t="t" r="r" b="b"/>
            <a:pathLst>
              <a:path w="12192000" h="1784350">
                <a:moveTo>
                  <a:pt x="0" y="1784223"/>
                </a:moveTo>
                <a:lnTo>
                  <a:pt x="12192000" y="1784223"/>
                </a:lnTo>
                <a:lnTo>
                  <a:pt x="12192000" y="0"/>
                </a:lnTo>
                <a:lnTo>
                  <a:pt x="0" y="0"/>
                </a:lnTo>
                <a:lnTo>
                  <a:pt x="0" y="1784223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73776"/>
            <a:ext cx="12192000" cy="1784350"/>
          </a:xfrm>
          <a:custGeom>
            <a:avLst/>
            <a:gdLst/>
            <a:ahLst/>
            <a:cxnLst/>
            <a:rect l="l" t="t" r="r" b="b"/>
            <a:pathLst>
              <a:path w="12192000" h="1784350">
                <a:moveTo>
                  <a:pt x="0" y="1784223"/>
                </a:moveTo>
                <a:lnTo>
                  <a:pt x="12192000" y="1784223"/>
                </a:lnTo>
                <a:lnTo>
                  <a:pt x="12192000" y="0"/>
                </a:lnTo>
                <a:lnTo>
                  <a:pt x="0" y="0"/>
                </a:lnTo>
                <a:lnTo>
                  <a:pt x="0" y="1784223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05079"/>
            <a:ext cx="12192000" cy="253365"/>
          </a:xfrm>
          <a:custGeom>
            <a:avLst/>
            <a:gdLst/>
            <a:ahLst/>
            <a:cxnLst/>
            <a:rect l="l" t="t" r="r" b="b"/>
            <a:pathLst>
              <a:path w="12192000" h="253365">
                <a:moveTo>
                  <a:pt x="12192000" y="252918"/>
                </a:moveTo>
                <a:lnTo>
                  <a:pt x="12192000" y="0"/>
                </a:lnTo>
                <a:lnTo>
                  <a:pt x="0" y="0"/>
                </a:lnTo>
                <a:lnTo>
                  <a:pt x="0" y="252918"/>
                </a:lnTo>
                <a:lnTo>
                  <a:pt x="12192000" y="252918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894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77820">
            <a:solidFill>
              <a:srgbClr val="E60F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20866" y="0"/>
            <a:ext cx="350520" cy="302260"/>
          </a:xfrm>
          <a:custGeom>
            <a:avLst/>
            <a:gdLst/>
            <a:ahLst/>
            <a:cxnLst/>
            <a:rect l="l" t="t" r="r" b="b"/>
            <a:pathLst>
              <a:path w="350520" h="302260">
                <a:moveTo>
                  <a:pt x="350266" y="0"/>
                </a:moveTo>
                <a:lnTo>
                  <a:pt x="0" y="0"/>
                </a:lnTo>
                <a:lnTo>
                  <a:pt x="175133" y="301878"/>
                </a:lnTo>
                <a:lnTo>
                  <a:pt x="350266" y="0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9937" y="1026388"/>
            <a:ext cx="7558913" cy="2913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05079"/>
            <a:ext cx="12192000" cy="253365"/>
          </a:xfrm>
          <a:custGeom>
            <a:avLst/>
            <a:gdLst/>
            <a:ahLst/>
            <a:cxnLst/>
            <a:rect l="l" t="t" r="r" b="b"/>
            <a:pathLst>
              <a:path w="12192000" h="253365">
                <a:moveTo>
                  <a:pt x="12192000" y="252918"/>
                </a:moveTo>
                <a:lnTo>
                  <a:pt x="12192000" y="0"/>
                </a:lnTo>
                <a:lnTo>
                  <a:pt x="0" y="0"/>
                </a:lnTo>
                <a:lnTo>
                  <a:pt x="0" y="252918"/>
                </a:lnTo>
                <a:lnTo>
                  <a:pt x="12192000" y="252918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894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77820">
            <a:solidFill>
              <a:srgbClr val="E60F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20866" y="0"/>
            <a:ext cx="350520" cy="302260"/>
          </a:xfrm>
          <a:custGeom>
            <a:avLst/>
            <a:gdLst/>
            <a:ahLst/>
            <a:cxnLst/>
            <a:rect l="l" t="t" r="r" b="b"/>
            <a:pathLst>
              <a:path w="350520" h="302260">
                <a:moveTo>
                  <a:pt x="350266" y="0"/>
                </a:moveTo>
                <a:lnTo>
                  <a:pt x="0" y="0"/>
                </a:lnTo>
                <a:lnTo>
                  <a:pt x="175133" y="301878"/>
                </a:lnTo>
                <a:lnTo>
                  <a:pt x="350266" y="0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9937" y="1026388"/>
            <a:ext cx="7558913" cy="150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05079"/>
            <a:ext cx="12192000" cy="253365"/>
          </a:xfrm>
          <a:custGeom>
            <a:avLst/>
            <a:gdLst/>
            <a:ahLst/>
            <a:cxnLst/>
            <a:rect l="l" t="t" r="r" b="b"/>
            <a:pathLst>
              <a:path w="12192000" h="253365">
                <a:moveTo>
                  <a:pt x="12192000" y="252918"/>
                </a:moveTo>
                <a:lnTo>
                  <a:pt x="12192000" y="0"/>
                </a:lnTo>
                <a:lnTo>
                  <a:pt x="0" y="0"/>
                </a:lnTo>
                <a:lnTo>
                  <a:pt x="0" y="252918"/>
                </a:lnTo>
                <a:lnTo>
                  <a:pt x="12192000" y="252918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05079"/>
            <a:ext cx="12192000" cy="253365"/>
          </a:xfrm>
          <a:custGeom>
            <a:avLst/>
            <a:gdLst/>
            <a:ahLst/>
            <a:cxnLst/>
            <a:rect l="l" t="t" r="r" b="b"/>
            <a:pathLst>
              <a:path w="12192000" h="253365">
                <a:moveTo>
                  <a:pt x="12192000" y="252918"/>
                </a:moveTo>
                <a:lnTo>
                  <a:pt x="12192000" y="0"/>
                </a:lnTo>
                <a:lnTo>
                  <a:pt x="0" y="0"/>
                </a:lnTo>
                <a:lnTo>
                  <a:pt x="0" y="252918"/>
                </a:lnTo>
                <a:lnTo>
                  <a:pt x="12192000" y="252918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894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77820">
            <a:solidFill>
              <a:srgbClr val="E60F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20866" y="0"/>
            <a:ext cx="350520" cy="302260"/>
          </a:xfrm>
          <a:custGeom>
            <a:avLst/>
            <a:gdLst/>
            <a:ahLst/>
            <a:cxnLst/>
            <a:rect l="l" t="t" r="r" b="b"/>
            <a:pathLst>
              <a:path w="350520" h="302260">
                <a:moveTo>
                  <a:pt x="350266" y="0"/>
                </a:moveTo>
                <a:lnTo>
                  <a:pt x="0" y="0"/>
                </a:lnTo>
                <a:lnTo>
                  <a:pt x="175133" y="301878"/>
                </a:lnTo>
                <a:lnTo>
                  <a:pt x="350266" y="0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9937" y="1026388"/>
            <a:ext cx="7558913" cy="311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05079"/>
            <a:ext cx="12192000" cy="253365"/>
          </a:xfrm>
          <a:custGeom>
            <a:avLst/>
            <a:gdLst/>
            <a:ahLst/>
            <a:cxnLst/>
            <a:rect l="l" t="t" r="r" b="b"/>
            <a:pathLst>
              <a:path w="12192000" h="253365">
                <a:moveTo>
                  <a:pt x="12192000" y="252918"/>
                </a:moveTo>
                <a:lnTo>
                  <a:pt x="12192000" y="0"/>
                </a:lnTo>
                <a:lnTo>
                  <a:pt x="0" y="0"/>
                </a:lnTo>
                <a:lnTo>
                  <a:pt x="0" y="252918"/>
                </a:lnTo>
                <a:lnTo>
                  <a:pt x="12192000" y="252918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73776"/>
            <a:ext cx="12192000" cy="1784350"/>
          </a:xfrm>
          <a:custGeom>
            <a:avLst/>
            <a:gdLst/>
            <a:ahLst/>
            <a:cxnLst/>
            <a:rect l="l" t="t" r="r" b="b"/>
            <a:pathLst>
              <a:path w="12192000" h="1784350">
                <a:moveTo>
                  <a:pt x="0" y="1784223"/>
                </a:moveTo>
                <a:lnTo>
                  <a:pt x="12192000" y="1784223"/>
                </a:lnTo>
                <a:lnTo>
                  <a:pt x="12192000" y="0"/>
                </a:lnTo>
                <a:lnTo>
                  <a:pt x="0" y="0"/>
                </a:lnTo>
                <a:lnTo>
                  <a:pt x="0" y="1784223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54982" y="2159507"/>
            <a:ext cx="3320923" cy="58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984750" y="2639517"/>
            <a:ext cx="741045" cy="5260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77840" y="2639517"/>
            <a:ext cx="1957196" cy="5260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95372" y="3375025"/>
            <a:ext cx="658774" cy="2636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25977" y="3375025"/>
            <a:ext cx="658774" cy="2636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56329" y="3375025"/>
            <a:ext cx="658774" cy="2636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86682" y="3375025"/>
            <a:ext cx="493775" cy="2636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52441" y="3375025"/>
            <a:ext cx="658774" cy="2636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82794" y="3375025"/>
            <a:ext cx="823340" cy="2636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78119" y="3375025"/>
            <a:ext cx="823341" cy="2636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71539" y="3375025"/>
            <a:ext cx="823340" cy="2636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64958" y="3375025"/>
            <a:ext cx="823341" cy="2636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858632" y="3375025"/>
            <a:ext cx="823341" cy="2636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552053" y="3375025"/>
            <a:ext cx="1150721" cy="26365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538081" y="3375025"/>
            <a:ext cx="115824" cy="26365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97479" y="3588461"/>
            <a:ext cx="986091" cy="26395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54221" y="3588461"/>
            <a:ext cx="658774" cy="26395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84573" y="3588461"/>
            <a:ext cx="493775" cy="26395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451858" y="3588461"/>
            <a:ext cx="658774" cy="2639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945634" y="3588461"/>
            <a:ext cx="1360932" cy="2639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58178" y="3588461"/>
            <a:ext cx="658774" cy="2639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88531" y="3588461"/>
            <a:ext cx="986091" cy="26395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45018" y="3588461"/>
            <a:ext cx="493775" cy="26395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012556" y="3588461"/>
            <a:ext cx="329183" cy="26395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215248" y="3588461"/>
            <a:ext cx="329183" cy="26395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419465" y="3588461"/>
            <a:ext cx="493775" cy="26395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785225" y="3588461"/>
            <a:ext cx="823341" cy="2639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443593" y="3588461"/>
            <a:ext cx="100583" cy="26395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05079"/>
            <a:ext cx="12192000" cy="253365"/>
          </a:xfrm>
          <a:custGeom>
            <a:avLst/>
            <a:gdLst/>
            <a:ahLst/>
            <a:cxnLst/>
            <a:rect l="l" t="t" r="r" b="b"/>
            <a:pathLst>
              <a:path w="12192000" h="253365">
                <a:moveTo>
                  <a:pt x="12192000" y="252918"/>
                </a:moveTo>
                <a:lnTo>
                  <a:pt x="12192000" y="0"/>
                </a:lnTo>
                <a:lnTo>
                  <a:pt x="0" y="0"/>
                </a:lnTo>
                <a:lnTo>
                  <a:pt x="0" y="252918"/>
                </a:lnTo>
                <a:lnTo>
                  <a:pt x="12192000" y="252918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894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77820">
            <a:solidFill>
              <a:srgbClr val="E60F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20866" y="0"/>
            <a:ext cx="350520" cy="302260"/>
          </a:xfrm>
          <a:custGeom>
            <a:avLst/>
            <a:gdLst/>
            <a:ahLst/>
            <a:cxnLst/>
            <a:rect l="l" t="t" r="r" b="b"/>
            <a:pathLst>
              <a:path w="350520" h="302260">
                <a:moveTo>
                  <a:pt x="350266" y="0"/>
                </a:moveTo>
                <a:lnTo>
                  <a:pt x="0" y="0"/>
                </a:lnTo>
                <a:lnTo>
                  <a:pt x="175133" y="301878"/>
                </a:lnTo>
                <a:lnTo>
                  <a:pt x="350266" y="0"/>
                </a:lnTo>
                <a:close/>
              </a:path>
            </a:pathLst>
          </a:custGeom>
          <a:solidFill>
            <a:srgbClr val="E60F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9950" y="1028547"/>
            <a:ext cx="7558913" cy="46079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95600" y="3235705"/>
            <a:ext cx="3719449" cy="21162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90773" y="3231007"/>
            <a:ext cx="3729354" cy="2125980"/>
          </a:xfrm>
          <a:custGeom>
            <a:avLst/>
            <a:gdLst/>
            <a:ahLst/>
            <a:cxnLst/>
            <a:rect l="l" t="t" r="r" b="b"/>
            <a:pathLst>
              <a:path w="3729354" h="2125979">
                <a:moveTo>
                  <a:pt x="0" y="2125726"/>
                </a:moveTo>
                <a:lnTo>
                  <a:pt x="3729101" y="2125726"/>
                </a:lnTo>
                <a:lnTo>
                  <a:pt x="3729101" y="0"/>
                </a:lnTo>
                <a:lnTo>
                  <a:pt x="0" y="0"/>
                </a:lnTo>
                <a:lnTo>
                  <a:pt x="0" y="2125726"/>
                </a:lnTo>
                <a:close/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399398" y="1175258"/>
            <a:ext cx="416051" cy="338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676767" y="1175258"/>
            <a:ext cx="173735" cy="3383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763634" y="1175258"/>
            <a:ext cx="2058416" cy="3383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97418" y="2876550"/>
            <a:ext cx="3771265" cy="2695575"/>
          </a:xfrm>
          <a:custGeom>
            <a:avLst/>
            <a:gdLst/>
            <a:ahLst/>
            <a:cxnLst/>
            <a:rect l="l" t="t" r="r" b="b"/>
            <a:pathLst>
              <a:path w="3771265" h="2695575">
                <a:moveTo>
                  <a:pt x="0" y="2695575"/>
                </a:moveTo>
                <a:lnTo>
                  <a:pt x="3770756" y="2695575"/>
                </a:lnTo>
                <a:lnTo>
                  <a:pt x="3770756" y="0"/>
                </a:lnTo>
                <a:lnTo>
                  <a:pt x="0" y="0"/>
                </a:lnTo>
                <a:lnTo>
                  <a:pt x="0" y="2695575"/>
                </a:lnTo>
                <a:close/>
              </a:path>
            </a:pathLst>
          </a:custGeom>
          <a:solidFill>
            <a:srgbClr val="F1F1F1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48726" y="3013201"/>
            <a:ext cx="701421" cy="2255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943467" y="3013201"/>
            <a:ext cx="420624" cy="2255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257410" y="3013201"/>
            <a:ext cx="701421" cy="2255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850246" y="3013201"/>
            <a:ext cx="420624" cy="2255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165715" y="3013201"/>
            <a:ext cx="701421" cy="2255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726546" y="3013201"/>
            <a:ext cx="495300" cy="2255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116691" y="3013201"/>
            <a:ext cx="841616" cy="2255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48726" y="3196082"/>
            <a:ext cx="420624" cy="2255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662669" y="3196082"/>
            <a:ext cx="560831" cy="2255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117203" y="3196082"/>
            <a:ext cx="1096670" cy="2255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Allppt.com</dc:creator>
  <dc:title>PowerPoint Presentation</dc:title>
  <dcterms:created xsi:type="dcterms:W3CDTF">2020-06-20T06:50:40Z</dcterms:created>
  <dcterms:modified xsi:type="dcterms:W3CDTF">2020-06-20T06:50:40Z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2020-06-20T00:00:00Z</vt:filetime>
  </property>
</Properties>
</file>

<file path=docProps/flag.xml><?xml version="1.0" encoding="UTF-8" standalone="true"?>

-<Properties xmlns:vt="http://schemas.openxmlformats.org/officeDocument/2006/docPropsVTypes" xmlns="http://schemas.openxmlformats.org/officeDocument/2006/extended-properties">

<Template/>

<TotalTime>0</TotalTime>

<Application>Devleo's Secret FLAG</Application>

<flag>FLAG{xml_1n_ppt!!!}</flag>

</Properties>
</file>